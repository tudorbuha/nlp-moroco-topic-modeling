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Topic Modeling on MOROCO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BERTopic vs. LDA on Romanian news</a:t>
            </a:r>
          </a:p>
          <a:p>
            <a:r>
              <a:t>Buha Tudor · Ciorăscu Mihai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&amp; goal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Unsupervised topic discovery on Romanian news articles.</a:t>
            </a:r>
          </a:p>
          <a:p>
            <a:pPr>
              <a:defRPr sz="2000"/>
            </a:pPr>
            <a:r>
              <a:t>Discover coherent word groups and document clusters without using gold labels at training time.</a:t>
            </a:r>
          </a:p>
          <a:p>
            <a:pPr>
              <a:defRPr sz="2000"/>
            </a:pPr>
            <a:r>
              <a:t>Compare two approaches: classical LDA (Method A) and transformer-based BERTopic (Method B).</a:t>
            </a:r>
          </a:p>
          <a:p>
            <a:pPr>
              <a:defRPr sz="2000"/>
            </a:pPr>
            <a:r>
              <a:t>Deliverables: trained models, evaluation, and an interactive Streamlit application.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— MOROCO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Moldavian and Romanian Dialectal Corpus (~33k news samples).</a:t>
            </a:r>
          </a:p>
          <a:p>
            <a:pPr>
              <a:defRPr sz="2000"/>
            </a:pPr>
            <a:r>
              <a:t>Six topic categories: culture, finance, politics, science, sports, tech.</a:t>
            </a:r>
          </a:p>
          <a:p>
            <a:pPr>
              <a:defRPr sz="2000"/>
            </a:pPr>
            <a:r>
              <a:t>Two dialects: Romanian and Moldavian (diacritics and spelling variants).</a:t>
            </a:r>
          </a:p>
          <a:p>
            <a:pPr>
              <a:defRPr sz="2000"/>
            </a:pPr>
            <a:r>
              <a:t>Demo run: stratified 6k subset (1k per class), 80/20 train/test, seed 42.</a:t>
            </a:r>
          </a:p>
          <a:p>
            <a:pPr>
              <a:defRPr sz="2000"/>
            </a:pPr>
            <a:r>
              <a:t>Same split for both methods so metrics are directly comparable.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 A — LDA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Generative probabilistic model (Gensim).</a:t>
            </a:r>
          </a:p>
          <a:p>
            <a:pPr>
              <a:defRPr sz="1800"/>
            </a:pPr>
            <a:r>
              <a:t>Input: bag-of-words after cleaning, stop-word removal, lemmatization.</a:t>
            </a:r>
          </a:p>
          <a:p>
            <a:pPr>
              <a:defRPr sz="1800"/>
            </a:pPr>
            <a:r>
              <a:t>K chosen by sweeping C_v coherence (best K = 15).</a:t>
            </a:r>
          </a:p>
          <a:p>
            <a:pPr>
              <a:defRPr sz="1800"/>
            </a:pPr>
            <a:r>
              <a:t>Every document gets a topic mixture.</a:t>
            </a:r>
          </a:p>
          <a:p>
            <a:pPr>
              <a:defRPr sz="1800"/>
            </a:pPr>
            <a:r>
              <a:t>Strength: fast on CPU, familiar baseline.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371600"/>
            <a:ext cx="4114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Method B — BERTopic</a:t>
            </a:r>
          </a:p>
          <a:p>
            <a:pPr>
              <a:defRPr sz="1800"/>
            </a:pPr>
            <a:r>
              <a:t>RoBERT embeddings → UMAP → HDBSCAN → c-TF-IDF.</a:t>
            </a:r>
          </a:p>
          <a:p>
            <a:pPr>
              <a:defRPr sz="1800"/>
            </a:pPr>
            <a:r>
              <a:t>Topic count discovered from data (19 + outlier cluster).</a:t>
            </a:r>
          </a:p>
          <a:p>
            <a:pPr>
              <a:defRPr sz="1800"/>
            </a:pPr>
            <a:r>
              <a:t>Romanian-specific encoder: readerbench/robert-base.</a:t>
            </a:r>
          </a:p>
          <a:p>
            <a:pPr>
              <a:defRPr sz="1800"/>
            </a:pPr>
            <a:r>
              <a:t>Explicit outlier topic (-1) for ambiguous documents.</a:t>
            </a:r>
          </a:p>
          <a:p>
            <a:pPr>
              <a:defRPr sz="1800"/>
            </a:pPr>
            <a:r>
              <a:t>Strength: semantics and dialect-sensitive clusters.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Intrinsic: C_v topic coherence on training topics.</a:t>
            </a:r>
          </a:p>
          <a:p>
            <a:pPr>
              <a:defRPr sz="2000"/>
            </a:pPr>
            <a:r>
              <a:t>Extrinsic vs. MOROCO labels: NMI and Purity on the held-out test set.</a:t>
            </a:r>
          </a:p>
          <a:p>
            <a:pPr>
              <a:defRPr sz="2000"/>
            </a:pPr>
            <a:r>
              <a:t>Confusion matrices: predicted topic vs. gold category.</a:t>
            </a:r>
          </a:p>
          <a:p>
            <a:pPr>
              <a:defRPr sz="2000"/>
            </a:pPr>
            <a:r>
              <a:t>BERTopic extras: hyperparameter sweep, embedding ablation, multi-seed stability, bootstrap CIs.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Headline results (test set)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LDA (K=15): NMI 0.346, Purity 0.591, C_v 0.491.</a:t>
            </a:r>
          </a:p>
          <a:p>
            <a:pPr>
              <a:defRPr sz="2000"/>
            </a:pPr>
            <a:r>
              <a:t>BERTopic (default): NMI 0.334, Purity 0.598, 19 topics, ~3.7% outliers on test.</a:t>
            </a:r>
          </a:p>
          <a:p>
            <a:pPr>
              <a:defRPr sz="2000"/>
            </a:pPr>
            <a:r>
              <a:t>No single winner: LDA slightly higher NMI; BERTopic slightly higher Purity.</a:t>
            </a:r>
          </a:p>
          <a:p>
            <a:pPr>
              <a:defRPr sz="2000"/>
            </a:pPr>
            <a:r>
              <a:t>BERTopic finds finer-grained themes (e.g. tech/privacy, weather, currency).</a:t>
            </a:r>
          </a:p>
          <a:p>
            <a:pPr>
              <a:defRPr sz="2000"/>
            </a:pPr>
            <a:r>
              <a:t>Romanian RoBERT beats multilingual MPNet in ablation (more topics, higher Purity).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we learned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LDA keywords are interpretable after lemmatization; topics align with broad MOROCO classes.</a:t>
            </a:r>
          </a:p>
          <a:p>
            <a:pPr>
              <a:defRPr sz="2000"/>
            </a:pPr>
            <a:r>
              <a:t>BERTopic separates some themes LDA merges (e.g. Moldavian spelling in science clusters).</a:t>
            </a:r>
          </a:p>
          <a:p>
            <a:pPr>
              <a:defRPr sz="2000"/>
            </a:pPr>
            <a:r>
              <a:t>Both models struggle with generic function words in Romanian if vectorization is too loose.</a:t>
            </a:r>
          </a:p>
          <a:p>
            <a:pPr>
              <a:defRPr sz="2000"/>
            </a:pPr>
            <a:r>
              <a:t>UMAP/HDBSCAN topic count varies across seeds — report stability, not a single lucky run.</a:t>
            </a:r>
          </a:p>
          <a:p>
            <a:pPr>
              <a:defRPr sz="2000"/>
            </a:pPr>
            <a:r>
              <a:t>Interactive labels in the GUI make exploration easier than raw topic ids alone.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Streamlit application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Home — headline metrics and pipeline status.</a:t>
            </a:r>
          </a:p>
          <a:p>
            <a:pPr>
              <a:defRPr sz="2000"/>
            </a:pPr>
            <a:r>
              <a:t>Try it live — paste Romanian text; both models predict in parallel.</a:t>
            </a:r>
          </a:p>
          <a:p>
            <a:pPr>
              <a:defRPr sz="2000"/>
            </a:pPr>
            <a:r>
              <a:t>LDA / BERTopic explorers — topic tables, coherence curve, pyLDAvis, Plotly HTML maps.</a:t>
            </a:r>
          </a:p>
          <a:p>
            <a:pPr>
              <a:defRPr sz="2000"/>
            </a:pPr>
            <a:r>
              <a:t>Comparison — side-by-side metrics, confusion matrices, embedding ablation.</a:t>
            </a:r>
          </a:p>
          <a:p>
            <a:pPr>
              <a:defRPr sz="2000"/>
            </a:pPr>
            <a:r>
              <a:t>Stability — multi-seed spread and bootstrap 95% confidence intervals.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Live demo plan (4–5 min)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Open http://localhost:8501 — Try it live tab.</a:t>
            </a:r>
          </a:p>
          <a:p>
            <a:pPr>
              <a:defRPr sz="2000"/>
            </a:pPr>
            <a:r>
              <a:t>Run Politics, Sports, Tech, Finance quick examples; then paste Science and Culture snippets.</a:t>
            </a:r>
          </a:p>
          <a:p>
            <a:pPr>
              <a:defRPr sz="2000"/>
            </a:pPr>
            <a:r>
              <a:t>Point out human-readable topic names vs. topic_id and top keywords.</a:t>
            </a:r>
          </a:p>
          <a:p>
            <a:pPr>
              <a:defRPr sz="2000"/>
            </a:pPr>
            <a:r>
              <a:t>Switch to Comparison for NMI/Purity; BERTopic explorer for 2-D topic map.</a:t>
            </a:r>
          </a:p>
          <a:p>
            <a:pPr>
              <a:defRPr sz="2000"/>
            </a:pPr>
            <a:r>
              <a:t>Close with Stability tab: seed variance vs. bootstrap CIs.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Two complementary views of the same Romanian news corpus.</a:t>
            </a:r>
          </a:p>
          <a:p>
            <a:pPr>
              <a:defRPr sz="2000"/>
            </a:pPr>
            <a:r>
              <a:t>LDA: strong baseline with explicit K and fast iteration.</a:t>
            </a:r>
          </a:p>
          <a:p>
            <a:pPr>
              <a:defRPr sz="2000"/>
            </a:pPr>
            <a:r>
              <a:t>BERTopic: richer semantic structure at higher compute cost.</a:t>
            </a:r>
          </a:p>
          <a:p>
            <a:pPr>
              <a:defRPr sz="2000"/>
            </a:pPr>
            <a:r>
              <a:t>Reproducible CLI pipelines + GUI for exploration and presentation.</a:t>
            </a:r>
          </a:p>
          <a:p>
            <a:pPr>
              <a:defRPr sz="2000"/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